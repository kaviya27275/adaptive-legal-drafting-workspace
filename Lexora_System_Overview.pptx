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018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sh Saravanan" userId="988002d7f2b42ec3" providerId="LiveId" clId="{EF8B7F8D-0C63-4575-B5E0-13BC72BE72D6}"/>
    <pc:docChg chg="undo custSel modSld">
      <pc:chgData name="Mahesh Saravanan" userId="988002d7f2b42ec3" providerId="LiveId" clId="{EF8B7F8D-0C63-4575-B5E0-13BC72BE72D6}" dt="2026-02-27T14:10:01.877" v="42" actId="20577"/>
      <pc:docMkLst>
        <pc:docMk/>
      </pc:docMkLst>
      <pc:sldChg chg="modSp mod">
        <pc:chgData name="Mahesh Saravanan" userId="988002d7f2b42ec3" providerId="LiveId" clId="{EF8B7F8D-0C63-4575-B5E0-13BC72BE72D6}" dt="2026-02-27T14:10:01.877" v="42" actId="20577"/>
        <pc:sldMkLst>
          <pc:docMk/>
          <pc:sldMk cId="0" sldId="257"/>
        </pc:sldMkLst>
        <pc:spChg chg="mod">
          <ac:chgData name="Mahesh Saravanan" userId="988002d7f2b42ec3" providerId="LiveId" clId="{EF8B7F8D-0C63-4575-B5E0-13BC72BE72D6}" dt="2026-02-27T14:10:01.877" v="42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ahesh Saravanan" userId="988002d7f2b42ec3" providerId="LiveId" clId="{EF8B7F8D-0C63-4575-B5E0-13BC72BE72D6}" dt="2026-02-27T14:09:45.198" v="38" actId="113"/>
        <pc:sldMkLst>
          <pc:docMk/>
          <pc:sldMk cId="0" sldId="258"/>
        </pc:sldMkLst>
        <pc:spChg chg="mod">
          <ac:chgData name="Mahesh Saravanan" userId="988002d7f2b42ec3" providerId="LiveId" clId="{EF8B7F8D-0C63-4575-B5E0-13BC72BE72D6}" dt="2026-02-27T14:09:45.198" v="38" actId="113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Mahesh Saravanan" userId="988002d7f2b42ec3" providerId="LiveId" clId="{EF8B7F8D-0C63-4575-B5E0-13BC72BE72D6}" dt="2026-02-27T14:09:17.168" v="31" actId="113"/>
        <pc:sldMkLst>
          <pc:docMk/>
          <pc:sldMk cId="0" sldId="259"/>
        </pc:sldMkLst>
        <pc:spChg chg="mod">
          <ac:chgData name="Mahesh Saravanan" userId="988002d7f2b42ec3" providerId="LiveId" clId="{EF8B7F8D-0C63-4575-B5E0-13BC72BE72D6}" dt="2026-02-27T14:09:17.168" v="31" actId="113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Mahesh Saravanan" userId="988002d7f2b42ec3" providerId="LiveId" clId="{EF8B7F8D-0C63-4575-B5E0-13BC72BE72D6}" dt="2026-02-27T14:08:14.960" v="20" actId="1076"/>
        <pc:sldMkLst>
          <pc:docMk/>
          <pc:sldMk cId="0" sldId="260"/>
        </pc:sldMkLst>
        <pc:spChg chg="mod">
          <ac:chgData name="Mahesh Saravanan" userId="988002d7f2b42ec3" providerId="LiveId" clId="{EF8B7F8D-0C63-4575-B5E0-13BC72BE72D6}" dt="2026-02-27T14:08:10.977" v="19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Mahesh Saravanan" userId="988002d7f2b42ec3" providerId="LiveId" clId="{EF8B7F8D-0C63-4575-B5E0-13BC72BE72D6}" dt="2026-02-27T14:08:14.960" v="20" actId="1076"/>
          <ac:spMkLst>
            <pc:docMk/>
            <pc:sldMk cId="0" sldId="260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Lexora Legal Drafting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 stack overview, architecture, and 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 (</a:t>
            </a:r>
            <a:r>
              <a:rPr dirty="0" err="1"/>
              <a:t>Vite</a:t>
            </a:r>
            <a:r>
              <a:rPr dirty="0"/>
              <a:t> dev): http://localhost:5173</a:t>
            </a:r>
          </a:p>
          <a:p>
            <a:r>
              <a:rPr dirty="0"/>
              <a:t>Backend (Django dev): http://127.0.0.1:8000</a:t>
            </a:r>
          </a:p>
          <a:p>
            <a:r>
              <a:rPr dirty="0"/>
              <a:t>Database (PostgreSQL): localhost:5432 / database: </a:t>
            </a:r>
            <a:r>
              <a:rPr dirty="0" err="1"/>
              <a:t>legaldb</a:t>
            </a:r>
            <a:endParaRPr dirty="0"/>
          </a:p>
          <a:p>
            <a:r>
              <a:rPr dirty="0"/>
              <a:t>AI service: </a:t>
            </a:r>
            <a:r>
              <a:rPr dirty="0" err="1"/>
              <a:t>Ollama</a:t>
            </a:r>
            <a:r>
              <a:rPr dirty="0"/>
              <a:t> at http://localhost:11434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Tech &amp;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React</a:t>
            </a:r>
            <a:r>
              <a:rPr dirty="0"/>
              <a:t> : UI components and state-driven views</a:t>
            </a:r>
          </a:p>
          <a:p>
            <a:r>
              <a:rPr b="1" dirty="0"/>
              <a:t>React Router</a:t>
            </a:r>
            <a:r>
              <a:rPr dirty="0"/>
              <a:t>: client-side routing (dashboard, drafts, upload, comparison)</a:t>
            </a:r>
          </a:p>
          <a:p>
            <a:r>
              <a:rPr b="1" dirty="0" err="1"/>
              <a:t>Vite</a:t>
            </a:r>
            <a:r>
              <a:rPr dirty="0"/>
              <a:t>: dev server + build tooling</a:t>
            </a:r>
          </a:p>
          <a:p>
            <a:r>
              <a:rPr b="1" dirty="0"/>
              <a:t>Tailwind CSS + </a:t>
            </a:r>
            <a:r>
              <a:rPr b="1" dirty="0" err="1"/>
              <a:t>PostCSS</a:t>
            </a:r>
            <a:r>
              <a:rPr b="1" dirty="0"/>
              <a:t> + </a:t>
            </a:r>
            <a:r>
              <a:rPr b="1" dirty="0" err="1"/>
              <a:t>Autoprefixer</a:t>
            </a:r>
            <a:r>
              <a:rPr dirty="0"/>
              <a:t>: styling and responsive layout</a:t>
            </a:r>
          </a:p>
          <a:p>
            <a:r>
              <a:rPr b="1" dirty="0" err="1"/>
              <a:t>Axios</a:t>
            </a:r>
            <a:r>
              <a:rPr dirty="0"/>
              <a:t>: API client for backend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Tech &amp;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b="1" dirty="0"/>
              <a:t>Django 4.2</a:t>
            </a:r>
            <a:r>
              <a:rPr dirty="0"/>
              <a:t>: core web framework and ORM</a:t>
            </a:r>
          </a:p>
          <a:p>
            <a:r>
              <a:rPr b="1" dirty="0"/>
              <a:t>Django REST Framework</a:t>
            </a:r>
            <a:r>
              <a:rPr dirty="0"/>
              <a:t>: JSON APIs for drafts, versions, clauses, comparison</a:t>
            </a:r>
          </a:p>
          <a:p>
            <a:r>
              <a:rPr b="1" dirty="0" err="1"/>
              <a:t>SimpleJWT</a:t>
            </a:r>
            <a:r>
              <a:rPr dirty="0"/>
              <a:t>: authentication with access tokens</a:t>
            </a:r>
          </a:p>
          <a:p>
            <a:r>
              <a:rPr b="1" dirty="0" err="1"/>
              <a:t>django</a:t>
            </a:r>
            <a:r>
              <a:rPr b="1" dirty="0"/>
              <a:t>-</a:t>
            </a:r>
            <a:r>
              <a:rPr b="1" dirty="0" err="1"/>
              <a:t>cors</a:t>
            </a:r>
            <a:r>
              <a:rPr b="1" dirty="0"/>
              <a:t>-headers</a:t>
            </a:r>
            <a:r>
              <a:rPr dirty="0"/>
              <a:t>: allows frontend requests</a:t>
            </a:r>
          </a:p>
          <a:p>
            <a:r>
              <a:rPr lang="en-IN" b="1" dirty="0"/>
              <a:t>psycopg2-binary</a:t>
            </a:r>
            <a:r>
              <a:rPr dirty="0"/>
              <a:t>: PostgreSQL driver</a:t>
            </a:r>
          </a:p>
          <a:p>
            <a:r>
              <a:rPr b="1" dirty="0"/>
              <a:t>python-</a:t>
            </a:r>
            <a:r>
              <a:rPr b="1" dirty="0" err="1"/>
              <a:t>dotenv</a:t>
            </a:r>
            <a:r>
              <a:rPr dirty="0"/>
              <a:t>: environment configuration</a:t>
            </a:r>
          </a:p>
          <a:p>
            <a:r>
              <a:rPr b="1" dirty="0" err="1"/>
              <a:t>gunicorn</a:t>
            </a:r>
            <a:r>
              <a:rPr dirty="0"/>
              <a:t>: production WSGI server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&amp; AI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147" y="1495865"/>
            <a:ext cx="4300986" cy="19082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Document Processing</a:t>
            </a:r>
          </a:p>
          <a:p>
            <a:pPr>
              <a:defRPr sz="1800"/>
            </a:pPr>
            <a:r>
              <a:rPr dirty="0"/>
              <a:t>python-docx: DOCX parsing</a:t>
            </a:r>
          </a:p>
          <a:p>
            <a:pPr>
              <a:defRPr sz="1800"/>
            </a:pPr>
            <a:r>
              <a:rPr dirty="0" err="1"/>
              <a:t>pdfplumber</a:t>
            </a:r>
            <a:r>
              <a:rPr dirty="0"/>
              <a:t> / </a:t>
            </a:r>
            <a:r>
              <a:rPr dirty="0" err="1"/>
              <a:t>PyMuPDF</a:t>
            </a:r>
            <a:r>
              <a:rPr dirty="0"/>
              <a:t>: PDF text extraction</a:t>
            </a:r>
          </a:p>
          <a:p>
            <a:pPr>
              <a:defRPr sz="1800"/>
            </a:pPr>
            <a:r>
              <a:rPr dirty="0" err="1"/>
              <a:t>textract</a:t>
            </a:r>
            <a:r>
              <a:rPr dirty="0"/>
              <a:t>: DOC/TXT extraction</a:t>
            </a:r>
          </a:p>
          <a:p>
            <a:pPr>
              <a:defRPr sz="1800"/>
            </a:pPr>
            <a:r>
              <a:rPr dirty="0" err="1"/>
              <a:t>reportlab</a:t>
            </a:r>
            <a:r>
              <a:rPr dirty="0"/>
              <a:t>: PDF export</a:t>
            </a:r>
          </a:p>
          <a:p>
            <a:pPr>
              <a:defRPr sz="1800"/>
            </a:pPr>
            <a:r>
              <a:rPr dirty="0" err="1"/>
              <a:t>pypandoc</a:t>
            </a:r>
            <a:r>
              <a:rPr dirty="0"/>
              <a:t>: DOC/DOCX conversions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70585" y="1495865"/>
            <a:ext cx="4228123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/>
              <a:t>AI &amp; Features</a:t>
            </a:r>
          </a:p>
          <a:p>
            <a:pPr>
              <a:defRPr sz="1800"/>
            </a:pPr>
            <a:r>
              <a:rPr dirty="0" err="1"/>
              <a:t>Ollama</a:t>
            </a:r>
            <a:r>
              <a:rPr dirty="0"/>
              <a:t> + Llama3: AI analysis / draft assistance</a:t>
            </a:r>
          </a:p>
          <a:p>
            <a:pPr>
              <a:defRPr sz="1800"/>
            </a:pPr>
            <a:r>
              <a:rPr dirty="0"/>
              <a:t>Versioned drafts with timestamps</a:t>
            </a:r>
          </a:p>
          <a:p>
            <a:pPr>
              <a:defRPr sz="1800"/>
            </a:pPr>
            <a:r>
              <a:rPr dirty="0"/>
              <a:t>Comparison views with highlighted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208</Words>
  <Application>Microsoft Office PowerPoint</Application>
  <PresentationFormat>On-screen Show (4:3)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Lexora Legal Drafting System</vt:lpstr>
      <vt:lpstr>Architecture &amp; Ports</vt:lpstr>
      <vt:lpstr>Frontend Tech &amp; Purpose</vt:lpstr>
      <vt:lpstr>Backend Tech &amp; Purpose</vt:lpstr>
      <vt:lpstr>Document &amp; AI Tooling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Lexora Legal Drafting System</dc:title>
  <dc:subject/>
  <dc:creator/>
  <cp:keywords/>
  <dc:description>generated using python-pptx</dc:description>
  <cp:lastModifiedBy>Mahesh Saravanan</cp:lastModifiedBy>
  <cp:revision>1</cp:revision>
  <dcterms:created xsi:type="dcterms:W3CDTF">2013-01-27T09:14:16Z</dcterms:created>
  <dcterms:modified xsi:type="dcterms:W3CDTF">2026-02-27T14:11:02Z</dcterms:modified>
  <cp:category/>
</cp:coreProperties>
</file>